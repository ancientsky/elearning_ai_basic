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模組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文書處理應用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公文撰寫・會議紀錄・Email — 提升日常文書效率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⏱  片長：1 分鐘（導言）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衛生福利部疾病管制署  AI 應用基礎班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一份公文——
格式、用語、行文規範……
光確認這些細節，有時比實際寫作還費時。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如果 AI 能幫您先處理掉這個部分呢？
5 分鐘後，您就有第一份 AI 協助的公文草稿。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完成後，您將能夠：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用 AI 起草正式公文，包含固定格式和標準用語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把會議筆記或速記整理成結構化的會議紀錄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006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撰寫對外或對內的專業 Email（回覆民眾、催辦、通知）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公文 Prompt 的關鍵要素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角色：政府公文撰寫專家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發文對象：明確說明發文給誰（如各縣市衛生局）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事由／主旨：這份公文要處理什麼事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格式：主旨、說明（條列）、辦法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語氣：正式公文用語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⚠  AI 產出是「初稿」，必須審核確認格式後才能使用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公文 Prompt 範例：疫情通報函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你是政府公文撰寫專家。請根據以下資訊撰寫一份正式公文。
【發文對象】各縣市衛生局
【事由】加強登革熱防治措施
【背景說明】
  近期南部地區登革熱疫情升溫，需請各縣市加強孳生源清除及衛教宣導
【格式要求】
  - 包含：主旨、說明、辦法
  - 使用正式公文語氣
  - 說明段落以條列方式呈現
  - 辦法需明確列出請各單位配合事項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複製此 Prompt → 貼入 AI → 審核 → 完成！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公文 Prompt：好 vs 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✗  模糊，AI 不知道要什麼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「幫我寫一份公文給衛生局」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→ 不知道主題、格式、語氣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✗  ✓  完整，AI 產出直接可用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「你是公文專家，發給各縣市衛生局，
主旨：加強流感疫苗接種作業，
格式：主旨+說明+辦法，正式語氣」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→ AI 能產出格式正確的公文初稿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會議紀錄 Prompt 的關鍵要素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明確的輸出格式：會議資訊、討論重點、決議、待辦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標註重點：權責單位、負責人、期限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提供原始內容：會議逐字稿或速記筆記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⚠  先確認筆記中沒有敏感個資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⚠  審核 AI 產出是否正確，補充遺漏細節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會議紀錄 Prompt 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請將以下防疫會議內容整理成結構化的會議紀錄。
【輸出格式】
1. 會議資訊（時間、地點、主持人、出席單位）
2. 疫情現況說明摘要
3. 討論議題與各單位意見
4. 決議事項（含權責單位）
5. 待辦事項（含負責人、期限）
6. 下次會議時間
【注意】決議與待辦需標註負責單位，條列式，重點粗體
【會議內容】
（在此貼上會議逐字稿或筆記）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⚠  確保筆記不含個資後才貼入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Email Prompt 的關鍵要素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收件對象：內部同仁？外部單位？民眾？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目的：通知、邀請、回覆、催辦？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語氣：正式、禮貌、簡潔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重點內容：需要傳達的關鍵資訊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結構：問候 → 主旨說明 → 行動事項 → 結語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Email Prompt 範例：回覆民眾詢問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50749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請撰寫一封回覆民眾的 Email。
【情境】
民眾來信詢問流感疫苗接種相關問題，包含：
  - 哪裡可以接種？
  - 需要付費嗎？
  - 接種後有什麼注意事項？
【Email 要求】
  - 語氣：禮貌、親切、專業
  - 結構：問候、逐點回覆、結語、署名
  - 提供官方查詢管道（疾管署網站、1922）
  - 長度適中，不要過長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Email Prompt 範例：催辦各單位填報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50749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請撰寫一封催辦 Email。
【情境】
需要催辦各縣市衛生局填報本月疫情監測資料，截止日期為本週五
【Email 要求】
  - 收件對象：各縣市衛生局承辦人
  - 語氣：正式但不失禮貌
  - 內容：填報事項、系統連結、截止時間、聯絡窗口
  - 簡潔有力，重點明確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常見 Email 類型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5394960" cy="24688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會議通知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時間、地點、議程、出席人員
→ 語氣正式，條列議程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94960" cy="246888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催辦提醒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事項、期限、聯絡方式
→ 正式但友善，重點突出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931920"/>
            <a:ext cx="5394960" cy="2468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回覆詢問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問題、答覆、後續說明
→ 禮貌親切，逐點回覆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5394960" cy="246888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資料轉發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說明、附件、注意事項
→ 簡潔說明目的與注意點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文書類 Prompt 食譜庫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本模組提供四份可直接複製使用的 Prompt 食譜：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00" cy="19202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57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疫情通報公文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角色：公文專家
發文對象 + 事由 + 背景 + 格式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486400" cy="192024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57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衛教文宣撰寫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角色：衛教專家
主題 + 對象 + 重點 + 字數限制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00" cy="19202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51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會議紀錄整理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結構：資訊、討論、決議、待辦
貼上逐字稿即可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114800"/>
            <a:ext cx="5486400" cy="192024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251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回覆民眾詢問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語氣：禮貌親切專業
逐點回覆 + 官方查詢管道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1：疫情通報公文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你是政府公文撰寫專家。請根據以下資訊撰寫正式公文。
【發文對象】[填入：如各縣市衛生局]
【事由】[填入：如加強登革熱防治措施]
【背景】[填入相關背景說明]
【格式要求】
  - 包含：主旨、說明、辦法
  - 使用正式公文語氣
  - 說明以條列方式呈現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▶  複製 → 填入 [] 內容 → 貼入 AI → 審核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2：衛教文宣撰寫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你是疾管署衛教專家。請撰寫衛教文宣。
【主題】[填入：如流感疫苗接種須知]
【對象】[一般民眾 / 醫護人員 / 長者]
【重點】[填入 2-3 個宣導重點]
【格式】
  - 分段：什麼是XX、為什麼重要、如何預防
  - 字數：[填入] 字以內
  - 語氣：親切專業，避免術語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▶  複製 → 填入 [] 內容 → 貼入 AI → 審核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3：會議紀錄整理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請將以下會議內容整理成結構化紀錄。
【輸出格式】
1. 會議資訊（時間、地點、主持人）
2. 出席單位／人員
3. 討論議題摘要
4. 決議事項（含權責單位）
5. 待辦追蹤（負責人、期限）
【會議內容】
[貼上逐字稿或筆記]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▶  確認無個資 → 複製 Prompt → 貼上逐字稿 → AI 整理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4：回覆民眾詢問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請撰寫回覆民眾詢問的 Email。
【民眾問題】
[列出民眾詢問的問題]
【回覆要求】
  - 語氣：禮貌、親切、專業
  - 結構：問候、逐點回覆、結語
  - 提供官方查詢管道（疾管署網站、1922）
  - 長度適中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▶  複製 → 填入民眾問題 → 貼入 AI → 審核 → 發送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完成測驗後，
前往模組 4 學習資料整理技巧！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▶  前往模組 4：資料整理應用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疾病管制署  AI 應用基礎班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