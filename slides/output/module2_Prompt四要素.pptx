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模組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Prompt 四要素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角色・任務・格式・限制 — 撰寫有效 Prompt 的核心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⏱  片長：3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衛生福利部疾病管制署  AI 應用基礎班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同樣的工具，為什麼差這麼多？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5303520" cy="3657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模糊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幫我寫登革熱文宣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AI 輸出：空洞通用段落，格式不確定，對象不明……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5303520" cy="365760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RTFC 完整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你是疾管署衛教專家。
請撰寫登革熱預防衛教文宣，
分三段，民眾易懂，300字以內。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4903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輸出：精準、結構化、符合疾管署風格，直接可用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差別就在於 4 個要素。掌握了，效果至少提升 3 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 3 分鐘結束後，您能做到：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17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R — 設定角色，讓 AI 切換身份與專業度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T — 描述任務，精準到 AI 不會猜錯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006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F — 指定格式，輸出直接可用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什麼是 Prompt？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Prompt（提示詞）= 您輸入給 AI 的指令或問題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Prompt 就像是您給助理的工作指示：
・指示模糊 → 助理做出不符期望的結果
・指示清楚具體 → 更容易得到想要的成果
Prompt 的品質，直接決定 AI 回應的品質。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四要素框架：角色（R）・任務（T）・格式（F）・限制（C）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Prompt 四要素：RTFC 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557784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Role  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告訴 AI 扮演什麼身分
例：你是疾管署衛教專家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577840" cy="2377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5087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Task  任務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945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具體說明要做什麼事
例：請撰寫登革熱衛教文宣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86200"/>
            <a:ext cx="5577840" cy="2377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148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Format  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指定輸出的呈現方式
例：分三段、使用條列式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886200"/>
            <a:ext cx="5577840" cy="23774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1148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Constraint  限制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8006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設定邊界條件
例：300 字以內，語氣親切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  —  Role  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告訴 AI 它應該扮演什麼角色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0972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「你是疾管署的衛教專家。」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設定角色可以：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讓 AI 採用特定領域的專業知識與詞彙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87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影響回應的語氣和風格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4573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獲得更符合實際工作需求的內容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疾管署常用角色設定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角色設定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適用情境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疾管署衛教專家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撰寫衛教文宣、民眾溝通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公共衛生專業人員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疫情分析、防疫策略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政府公文撰寫專家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正式公文、函文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會議記錄專員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整理會議紀錄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資料分析師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統計資料解讀、圖表說明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  —  Task  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明確說明您要 AI 做什麼事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0972800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「請撰寫一份流感疫苗接種宣導文案。」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任務描述的要訣：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使用動詞開頭：撰寫、整理、翻譯、摘要、分析……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87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具體明確：不要說「幫我做事」，而是說具體要做什麼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4573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說明目的：讓 AI 了解這項任務的用途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0410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提供背景：必要時說明相關情境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疾管署常見任務類型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80160"/>
            <a:ext cx="3657600" cy="19202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撰寫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公文、衛教文宣、Email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280160"/>
            <a:ext cx="3657600" cy="1920240"/>
          </a:xfrm>
          <a:prstGeom prst="rect">
            <a:avLst/>
          </a:prstGeom>
          <a:solidFill>
            <a:srgbClr val="159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會議紀錄、資料彙整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1280160"/>
            <a:ext cx="3657600" cy="19202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463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94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報告、期刊、週報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66160"/>
            <a:ext cx="3657600" cy="19202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49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翻譯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英文文獻、WHO 報告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566160"/>
            <a:ext cx="3657600" cy="19202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數據解讀、趨勢說明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3566160"/>
            <a:ext cx="3657600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修改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805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潤稿、格式調整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  —  Format  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指定您希望的輸出格式，讓 AI 輸出直接可用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09728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「請分成三個段落：為什麼打疫苗、誰應優先接種、接種注意事項。」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條列式：使用編號或項目符號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930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表格：比較、整理資料時特別有用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5137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段落式：正式文章、報告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974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公文格式：主旨、說明、辦法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681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特定結構：如 SWOT、5W1H 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疾管署常用格式對應表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工作類型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建議格式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公文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主旨、說明（條列）、辦法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會議紀錄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會議資訊、出席、討論、決議、待辦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衛教單張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症狀、預防、就醫時機（三段式）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週報摘要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本週重點、數據變化、後續關注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資料比較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表格形式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  —  Constraint  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設定邊界條件，控制輸出品質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0972800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「使用民眾易懂的語言，字數 250 字以內。」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字數限制：「300 字以內」「不超過 500 字」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930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語氣／風格：「正式」「親切」「專業」「活潑」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5137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目標對象：「給一般民眾」「給醫護人員」「給長者」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974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排除項目：「不要使用專業術語」「不要列出參考資料」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681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• 語言：「使用繁體中文」「避免使用簡體字詞」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疾管署常用限制範例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0392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限制類型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範例寫法</a:t>
                      </a:r>
                    </a:p>
                  </a:txBody>
                  <a:tcPr>
                    <a:solidFill>
                      <a:srgbClr val="1A5F7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字數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300 字以內、約 500 字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語氣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正式公文語氣、親切易懂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對象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一般民眾、醫護人員、長者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用語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避免專業術語、使用台灣常用詞彙</a:t>
                      </a:r>
                    </a:p>
                  </a:txBody>
                  <a:tcPr>
                    <a:solidFill>
                      <a:srgbClr val="E4F3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5F7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只討論預防措施、不涉及治療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完整 Prompt 範例：登革熱衛教文宣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【R 角色】
你是疾管署的衛教專家。
【T 任務】
請撰寫一篇登革熱預防衛教文宣。
【F 格式】
分為三個段落：
  1. 認識登革熱（什麼是登革熱、傳播方式）
  2. 預防措施（居家清除積水容器、個人防護）
  3. 就醫時機（出現哪些症狀要就醫）
【C 限制】
目標對象：一般民眾｜字數：300 字以內｜語氣：親切易懂｜使用繁體中文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四個要素都包含了 → AI 輸出精準、結構化、直接可用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完整 Prompt 範例：流感疫苗接種通知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4480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99032"/>
            <a:ext cx="10789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8F2"/>
                </a:solidFill>
                <a:latin typeface="Microsoft JhengHei"/>
                <a:ea typeface="Microsoft JhengHei"/>
                <a:cs typeface="Microsoft JhengHei"/>
              </a:rPr>
              <a:t>【R 角色】
你是疾管署公文撰寫專家。
【T 任務】
請撰寫流感疫苗接種通知，發送給各單位同仁。
【F 格式】
公文格式：主旨、說明、辦法
【C 限制】
字數：200 字以內｜語氣：正式但友善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從模組 3 開始，您將拿到每種業務的 Prompt 食譜，直接填入即可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Prompt 四要素：標色解析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  角色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371600"/>
            <a:ext cx="9692640" cy="1005840"/>
          </a:xfrm>
          <a:prstGeom prst="rect">
            <a:avLst/>
          </a:prstGeom>
          <a:solidFill>
            <a:srgbClr val="F4F8FA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55448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你是疾管署的衛教專家。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371600" cy="10058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  任務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606040"/>
            <a:ext cx="9692640" cy="1005840"/>
          </a:xfrm>
          <a:prstGeom prst="rect">
            <a:avLst/>
          </a:prstGeom>
          <a:solidFill>
            <a:srgbClr val="F4F8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78892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請撰寫一份流感疫苗接種宣導文案。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37160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  格式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9692640" cy="1005840"/>
          </a:xfrm>
          <a:prstGeom prst="rect">
            <a:avLst/>
          </a:prstGeom>
          <a:solidFill>
            <a:srgbClr val="F4F8F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02336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分為「為什麼要打疫苗」「誰應該優先接種」「接種注意事項」三段。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13716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  限制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5074920"/>
            <a:ext cx="9692640" cy="1005840"/>
          </a:xfrm>
          <a:prstGeom prst="rect">
            <a:avLst/>
          </a:prstGeom>
          <a:solidFill>
            <a:srgbClr val="F4F8FA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52578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使用民眾易懂的語言，字數 250 字以內。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四行組合在一起 = 一個完整、可直接使用的 Prompt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記憶口訣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 • 任 • 格 • 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2468880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
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474720"/>
            <a:ext cx="246888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474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任務
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474720"/>
            <a:ext cx="2468880" cy="1828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474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格式
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3474720"/>
            <a:ext cx="2468880" cy="1828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3474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限制
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不是每個 Prompt 都需要四個要素，視情況靈活運用。
但加上的要素越多，輸出越精準。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Prompt 品質對比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✓  ✗  模糊的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「幫我寫衛教文章」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「整理一下這個」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✓  「做個報告」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✗  ✓  清楚的 Prompt（含 RTFC）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「你是衛教專家，請撰寫流感預防文宣，條列式，300字以內，對象一般民眾」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「請將以下逐字稿整理成結構化會議紀錄，含決議與待辦」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✗  「你是資料分析師，請摘要週報重點供署長參閱，300字，條列式」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情境練習：組合 RTFC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情境：需要撰寫一份給各縣市衛生局的流感疫苗接種通知函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28016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疾管署公文撰寫專家。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28016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06324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撰寫流感疫苗接種通知函，發送給各縣市衛生局。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28016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格式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02336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公文格式（主旨、說明、辦法）。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92040"/>
            <a:ext cx="1280160" cy="731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9834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200 字以內，正式公文語氣。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→  把四行合在一起，就是一個完整的 Prompt，直接複製貼上使用！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2 測驗重點回顧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Q1  Prompt 四要素是指？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992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角色、任務、格式、限制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Q2  「你是疾管署的衛教專家」屬於哪個要素？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6148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角色（Role）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Q3  「請使用表格比較三種疾病」主要設定了哪個要素？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13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格式（Format）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Q4  「300 字以內，語氣親切，目標民眾」屬於？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6460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限制（Constraint）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7A"/>
                </a:solidFill>
                <a:latin typeface="Microsoft JhengHei"/>
                <a:ea typeface="Microsoft JhengHei"/>
                <a:cs typeface="Microsoft JhengHei"/>
              </a:rPr>
              <a:t>Q5  以下哪個 Prompt 四要素最完整？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161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9895"/>
                </a:solidFill>
                <a:latin typeface="Microsoft JhengHei"/>
                <a:ea typeface="Microsoft JhengHei"/>
                <a:cs typeface="Microsoft JhengHei"/>
              </a:rPr>
              <a:t>A   「你是衛教專家，請撰寫流感文章，條列式，300字以內，對象民眾」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您已掌握 RTFC 框架！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接下來的模組 3 和 4，
您會拿到真實的疾管署業務情境 Prompt 食譜——
不需要從頭想，填入資料直接使用。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3  文書處理應用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257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公文・會議紀錄・Email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72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模組 4  資料整理應用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257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C757D"/>
                </a:solidFill>
                <a:latin typeface="Microsoft JhengHei"/>
                <a:ea typeface="Microsoft JhengHei"/>
                <a:cs typeface="Microsoft JhengHei"/>
              </a:rPr>
              <a:t>Excel 公式・摘要・圖表說明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F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完成練習後，
前往模組 3 拿您的第一份 Prompt 食譜！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solidFill>
            <a:srgbClr val="57C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3749039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3E"/>
                </a:solidFill>
                <a:latin typeface="Microsoft JhengHei"/>
                <a:ea typeface="Microsoft JhengHei"/>
                <a:cs typeface="Microsoft JhengHei"/>
              </a:rPr>
              <a:t>▶  前往模組 3：文書處理應用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C5B6"/>
                </a:solidFill>
                <a:latin typeface="Microsoft JhengHei"/>
                <a:ea typeface="Microsoft JhengHei"/>
                <a:cs typeface="Microsoft JhengHei"/>
              </a:rPr>
              <a:t>疾病管制署  AI 應用基礎班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