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71600"/>
            <a:ext cx="1645920" cy="54864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模組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學前準備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課程介紹・帳號設定・課前自我檢測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⏱  片長：3 分鐘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179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衛生福利部疾病管制署  AI 應用基礎班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您知道在疾管署，
哪些事情 AI 能幫您做——
哪些又絕對不能輸入嗎？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很多人開始用 AI，卻不確定邊界在哪裡。
這門課，30 分鐘讓您從零開始，安全又有效地用 AI 工作。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完成後，您將能夠：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說出 AI 的三項能力與兩個絕對禁止事項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685800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1089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用 RTFC 框架寫出有效的 Prompt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68580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8006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在公文、資料整理等五種業務情境中，實際套用 AI 協助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課程架構：六個模組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577840" cy="155448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0  學前準備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 AI 工具帳號設定完成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577840" cy="15544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1  認識生成式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了解能做什麼、不能做什麼，及資安規範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19202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40"/>
            <a:ext cx="5577840" cy="1554480"/>
          </a:xfrm>
          <a:prstGeom prst="rect">
            <a:avLst/>
          </a:prstGeom>
          <a:solidFill>
            <a:srgbClr val="159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2  Prompt 四要素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掌握 R-T-F-C 核心框架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7490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63240"/>
            <a:ext cx="5577840" cy="1554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3  文書處理應用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490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公文、會議紀錄、Email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37490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20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92040"/>
            <a:ext cx="5577840" cy="1554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4  資料整理應用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77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Excel 公式、摘要、圖表說明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5778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25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892040"/>
            <a:ext cx="5577840" cy="1554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5  進階技巧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577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多輪對話、常見錯誤、持續學習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55778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15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本模組包含三個單元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單元 0.1  課程介紹與學習目標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觀看 3 分鐘影片，了解整體課程架構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單元 0.2  AI 工具帳號設定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ChatGPT / Claude / Gemini 三擇一，完成帳號設定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單元 0.3  課前自我檢測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5 題輕鬆測驗，了解目前 AI 認識程度（不計分）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如何使用這個平台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點擊左側「單元導覽」，依序或跳躍學習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每個單元有互動練習，完成自動記錄進度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Prompt 食譜庫：直接複製可用的 Prompt 模板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行動裝置友善，可隨時隨地學習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建議：先完成線上自學，實體課更能深入討論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三大 AI 工具比較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560320"/>
                <a:gridCol w="466344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開發商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免費方案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特點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ChatGPT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OpenAI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有（GPT-4o mini）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使用最廣泛、功能豐富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Claude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Anthropic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有（每日限量）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長文處理佳、注重安全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Gemini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Google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有（Google 帳號）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整合 Google 生態系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Copilot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Microsoft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有（Bing 整合）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整合 Office 365 應用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ChatGPT 帳號設定步驟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前往 chat.openai.com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點擊「Sign up」（註冊）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使用 Email 或 Google / Microsoft 帳號註冊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完成電子郵件驗證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登入後即可使用免費版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💡  免費版即足夠本課程所有練習，無需付費升級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Claude 帳號設定步驟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前往 claude.ai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點擊「Start for free」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使用 Email 或 Google 帳號註冊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完成手機號碼驗證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登入後即可使用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💡  免費版每日有訊息數量限制，足夠一般練習使用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Gemini 帳號設定步驟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前往 gemini.google.com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使用您的 Google 帳號登入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同意使用條款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即可開始使用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💡  如果您已有 Google 帳號，無需額外註冊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帳號設定檢核清單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已選擇至少一個 AI 工具並完成註冊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68580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4231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已成功登入並看到對話介面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68580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已嘗試送出一則測試訊息（如「你好」）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68580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4348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已確認 AI 能正常回覆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重要資安提醒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🔒  使用 AI 工具時，請勿輸入任何機密資料、個資或敏感資訊。
• 個人資料（姓名、身分證字號、電話、地址）
• 機密公務文件
• 尚未公開的疫情數據
詳細資安規範將在模組 1 完整說明。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課前自我檢測  第 1 題／共 5 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什麼是「生成式 AI」？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0972800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能夠根據提示產生文字、圖片等新內容的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23360"/>
            <a:ext cx="10972800" cy="10058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不是：搜尋引擎、是非題程式、電腦病毒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6263640"/>
            <a:ext cx="347472" cy="347472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課前自我檢測  第 2 題／共 5 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「Prompt」（提示詞）指的是什麼？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0972800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我們輸入給 AI 的指令或問題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23360"/>
            <a:ext cx="10972800" cy="10058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不是：AI 的品牌、AI 的回覆、程式語言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6263640"/>
            <a:ext cx="347472" cy="347472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課前自我檢測  第 3 題／共 5 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以下哪項「不應該」輸入 AI？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0972800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包含民眾姓名與身分證字號的個案資料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23360"/>
            <a:ext cx="10972800" cy="10058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可以輸入：公開文字、翻譯、無敏感內容的大綱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6263640"/>
            <a:ext cx="347472" cy="347472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課前自我檢測  第 4 題／共 5 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使用 AI 輔助工作時，哪個做法最正確？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0972800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AI 產出的內容需要審核與確認後才能使用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23360"/>
            <a:ext cx="10972800" cy="10058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錯誤：完全相信 AI、完全不能信任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6263640"/>
            <a:ext cx="347472" cy="347472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課前自我檢測  第 5 題／共 5 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哪種 Prompt 寫法比較好？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0972800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「請撰寫一篇 300 字的登革熱預防衛教文章，對象是一般民眾」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23360"/>
            <a:ext cx="10972800" cy="10058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差：「寫一篇文章」「幫我做事」「登革熱」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6263640"/>
            <a:ext cx="347472" cy="347472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6263640"/>
            <a:ext cx="347472" cy="347472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F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帳號設定好了嗎？
準備好就前往模組 1！</a:t>
            </a:r>
          </a:p>
        </p:txBody>
      </p:sp>
      <p:sp>
        <p:nvSpPr>
          <p:cNvPr id="3" name="Rectangle 2"/>
          <p:cNvSpPr/>
          <p:nvPr/>
        </p:nvSpPr>
        <p:spPr>
          <a:xfrm>
            <a:off x="3017520" y="3749039"/>
            <a:ext cx="6126480" cy="82296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3749039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▶  前往模組 1：認識生成式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疾病管制署  AI 應用基礎班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