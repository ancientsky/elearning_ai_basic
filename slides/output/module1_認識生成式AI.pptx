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71600"/>
            <a:ext cx="1645920" cy="54864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模組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認識生成式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AI 基本概念・能力與限制・疾管署資安規範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⏱  片長：5 分鐘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179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衛生福利部疾病管制署  AI 應用基礎班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ChatGPT、Claude、Gemini——
您能判斷 AI 什麼時候在說謊嗎？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926080"/>
            <a:ext cx="10515600" cy="16459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AI 回答：「台灣 2023 年登革熱確診共 12,847 例……」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749039"/>
            <a:ext cx="10515600" cy="6400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  這個答案看起來很正確——但是錯的。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63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這支影片會讓您學會辨識 AI 何時出錯，以及安全使用 AI 的完整原則。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看完這 5 分鐘，您將能夠：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用一句話解釋生成式 AI 的運作原理（不需要技術背景）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685800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1089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識別 AI「幻覺」的三個跡象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68580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8006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背出疾管署使用 AI 的四條資安原則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什麼是生成式 AI？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生成式 AI（Generative AI）能根據您的提示「生成」新內容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文字、圖片、程式碼、音樂……各種形式皆可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運作邏輯：輸入 Prompt → AI 分析意圖 → 生成回應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把它想像成一位「超級助理」：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讀過海量書籍，但有時也會「腦補」不存在的資訊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核心定位：是助理，不是專家；AI 產出仍需人工審核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如何運作？（簡化說明）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657600" cy="43891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 學習階段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被「餵食」大量文字資料
（書籍、網頁、文章），
學習語言模式與知識。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83464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3657600" cy="4389120"/>
          </a:xfrm>
          <a:prstGeom prst="rect">
            <a:avLst/>
          </a:prstGeom>
          <a:solidFill>
            <a:srgbClr val="159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630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 理解提示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當您輸入問題時，
AI 會分析您的意圖，
找出最相關的知識。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83464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80160"/>
            <a:ext cx="3657600" cy="438912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630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 生成回應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根據學到的知識，
一個字一個字「預測」
最適合的回應。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C3545"/>
                </a:solidFill>
                <a:latin typeface="Microsoft JhengHei"/>
                <a:ea typeface="Microsoft JhengHei"/>
                <a:cs typeface="Microsoft JhengHei"/>
              </a:rPr>
              <a:t>⚠  AI 的知識有「截止日期」——不知道訓練資料之後發生的事情。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常見生成式 AI 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80160"/>
            <a:ext cx="5394960" cy="24688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ChatGPT（OpenAI）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使用最廣泛的聊天 AI
免費版可使用 GPT-4o mini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394960" cy="2468880"/>
          </a:xfrm>
          <a:prstGeom prst="rect">
            <a:avLst/>
          </a:prstGeom>
          <a:solidFill>
            <a:srgbClr val="159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08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Claude（Anthropic）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注重安全性與長文處理
免費版每日限量使用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931920"/>
            <a:ext cx="5394960" cy="2468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Gemini（Google）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整合 Google 生態系
有 Google 帳號即可用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931920"/>
            <a:ext cx="5394960" cy="246888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Copilot（Microsoft）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846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整合 Office 365 應用
適合已有 M365 授權的機關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擅長的事情 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文字撰寫與潤飾（文案、Email、摘要）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資料整理與格式轉換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翻譯與語言修正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腦力激盪與創意發想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程式碼撰寫與除錯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問答與解釋概念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1091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文件摘要與重點提取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的限制  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會「幻覺」（Hallucination）：可能編造看起來合理但錯誤的資訊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知識有截止日期：不知道訓練資料截止後發生的事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無法存取即時資訊：除非有特別功能，否則無法上網查資料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數學運算可能出錯：複雜計算不是 AI 的強項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缺乏真正的理解：是模式匹配，不是真正「懂」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可能有偏見：訓練資料的偏見會反映在輸出中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疾管署情境：AI 可以做什麼？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943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✓  AI 可協助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✓  撰寫疫情週報摘要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✓  整理防疫會議紀錄大綱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00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✓  翻譯 WHO 疫情報告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✓  草擬衛教宣導文案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80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✓  彙整防疫指引重點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5303520" cy="5943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✗  ✗  不適合使用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✗  處理含個資的疫調報告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✗  查詢即時疫情數據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00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✗  唯一的醫學診斷依據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840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✗  處理機密文件內容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480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✗  發布未審核的疫情資訊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AI「幻覺」（Hallucination）是什麼？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AI 有時會以非常有自信的語氣，描述根本不存在的事實。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0972800" cy="1188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AI 說：「台灣 2023 年登革熱確診共 12,847 例，主要集中於南部縣市……」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37560"/>
            <a:ext cx="10972800" cy="6400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⚠  數字務必至疾管署開放資料平台查證，絕不能直接引用！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三個辨識幻覺的跡象：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1  給出非常精確的數字，卻無法說明來源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7608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2  引用看起來合理但查不到的文獻或法規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4301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3  面對追問時，答案前後矛盾或越說越不對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不可輸入 AI 的資料類型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029200"/>
                <a:gridCol w="402336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資料類型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範例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風險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個人資料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姓名、身分證字號、電話、地址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違反個資法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醫療資訊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病歷、診斷、用藥紀錄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涉及隱私與機密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機密文件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內部簽呈、未公開政策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洩漏公務機密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敏感資料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接觸者名單、疫調細節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影響疫調與隱私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疾管署 AI 資安原則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🔒  姓名、身分證字號、地址、電話——這些絕對不能輸入 AI。
違規後果：可能違反個人資料保護法，導致法律責任。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疾管署 AI 資安原則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🔒  尚未公開的疫情數據、內部策略討論、個案追蹤資料，
都不適合使用 AI 處理。
記住：AI 輸入的文字可能用於模型訓練。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疾管署 AI 資安原則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🔒  已公開的防疫指引、衛教內容、一般性業務文書，
可以安全使用 AI 協助撰寫、整理、翻譯。
原則：官網上找得到的，通常可以輸入 AI。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疾管署 AI 資安原則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🔒  任何 AI 生成的內容，在正式使用前都必須經過人工確認。
AI 的輸出是「草稿」，不是「定稿」。
最終決策權永遠在您手上。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資安判斷流程卡（可截圖存檔）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5029200" cy="8229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這份資料有個人資料？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280160"/>
            <a:ext cx="5029200" cy="8229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3716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→  是  絕不輸入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651760"/>
            <a:ext cx="5029200" cy="8229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7432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這份資料是內部機密？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651760"/>
            <a:ext cx="5029200" cy="8229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→  是  絕不輸入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023360"/>
            <a:ext cx="5029200" cy="8229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1148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兩者皆否？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4023360"/>
            <a:ext cx="5029200" cy="822960"/>
          </a:xfrm>
          <a:prstGeom prst="rect">
            <a:avLst/>
          </a:prstGeom>
          <a:solidFill>
            <a:srgbClr val="159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41148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→  可使用，但產出仍需人工審核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DC3545"/>
                </a:solidFill>
                <a:latin typeface="Microsoft JhengHei"/>
                <a:ea typeface="Microsoft JhengHei"/>
                <a:cs typeface="Microsoft JhengHei"/>
              </a:rPr>
              <a:t>最簡單原則：「不確定能不能輸入，那就不要輸入。」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安全使用 AI 的五個好習慣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去識別化：移除所有可辨識個人的資訊後再使用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使用假資料：練習時使用虛構的範例資料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不留存敏感對話：處理完畢後清除對話紀錄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遵守機關規定：依照署內資安政策使用 AI 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審核再發布：AI 產出內容必須經過審核才能對外使用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1 測驗重點回顧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Q1  AI 幻覺是指什麼？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9895"/>
                </a:solidFill>
                <a:latin typeface="Microsoft JhengHei"/>
                <a:ea typeface="Microsoft JhengHei"/>
                <a:cs typeface="Microsoft JhengHei"/>
              </a:rPr>
              <a:t>A   AI 可能編造看起來合理但其實不正確的資訊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Q2  哪種資料「可以」輸入 AI？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358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9895"/>
                </a:solidFill>
                <a:latin typeface="Microsoft JhengHei"/>
                <a:ea typeface="Microsoft JhengHei"/>
                <a:cs typeface="Microsoft JhengHei"/>
              </a:rPr>
              <a:t>A   疾管署官網上已公開的疫情週報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Q3  同仁想用 AI 整理疫調報告，應先做什麼？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159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9895"/>
                </a:solidFill>
                <a:latin typeface="Microsoft JhengHei"/>
                <a:ea typeface="Microsoft JhengHei"/>
                <a:cs typeface="Microsoft JhengHei"/>
              </a:rPr>
              <a:t>A   先移除所有個人資料（去識別化）後再使用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Q4  AI 生成的衛教文案，正確做法？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9612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9895"/>
                </a:solidFill>
                <a:latin typeface="Microsoft JhengHei"/>
                <a:ea typeface="Microsoft JhengHei"/>
                <a:cs typeface="Microsoft JhengHei"/>
              </a:rPr>
              <a:t>A   經專業人員審核確認後才能發布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您已掌握了：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生成式 AI 的運作原理
✓  AI 的能力邊界與幻覺現象
✓  疾管署 AI 資安四條原則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接下來：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模組 2  Prompt 四要素
掌握 RTFC 框架，AI 輸出品質差異立現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F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完成單元測驗，確認您已掌握資安原則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3017520" y="3749039"/>
            <a:ext cx="6126480" cy="82296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3749039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▶  前往模組 2：Prompt 四要素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疾病管制署  AI 應用基礎班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