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模組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資料整理應用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Excel 公式・資料摘要・圖表說明 — 數據處理好幫手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⏱  片長：1 分鐘（導言）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衛生福利部疾病管制署  AI 應用基礎班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統計表格、圖表說明、長篇報告摘要——
這三件事，您可能一週就要做好幾次，
每次都花上半小時甚至更長。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291840"/>
            <a:ext cx="5029200" cy="7315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⏱  以前：30 分鐘以上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3291840"/>
            <a:ext cx="5029200" cy="7315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⚡  學完後：5 分鐘以內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這個模組要把這個時間縮短到 5 分鐘以內。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完成後，您將能夠：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告訴 AI 表格結構，讓它直接生成您需要的 Excel 公式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089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把一份 10 頁報告，在 30 秒內摘要成 5 個重點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8006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用 AI 把數字圖表寫成清楚的文字說明，讓長官一目了然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Excel 公式 Prompt 的關鍵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說明資料結構：欄位位置（如 A 欄是日期、B 欄是數量）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描述計算邏輯：用白話說明想要的結果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指定條件：如果有篩選條件要說清楚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提供範例資料：幫助 AI 理解您的表格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⚠  AI 生成的公式請先在少量資料上測試，確認正確後再大量使用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Excel Prompt 範例：疫苗覆蓋率計算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我需要一個 Excel 公式。
【資料說明】
  - A 欄：縣市名稱
  - B 欄：65 歲以上人口數
  - C 欄：已接種人數
【需求】
  請幫我寫一個公式，放在 D 欄，
  計算每個縣市的疫苗覆蓋率（已接種人數 / 65歲以上人口數），
  以百分比顯示，保留一位小數。
【範例】A2: 台北市, B2: 500000, C2: 350000
預期 D2 結果：70.0%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描述越清楚，AI 生成的公式越準確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常見 Excel 公式需求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  <a:gridCol w="402336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需求類型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範例描述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常用函數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條件加總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加總某縣市的所有病例數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SUMIF, SUMIFS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條件計數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計算符合條件的紀錄筆數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COUNTIF, COUNTIFS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查表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根據代碼查出對應名稱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VLOOKUP, XLOOKUP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日期計算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計算兩日期間隔天數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DATEDIF, DATE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文字處理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合併或擷取文字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CONCAT, LEFT, RIGHT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Excel Prompt：好 vs 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94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✗  模糊，AI 無從下手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「幫我寫一個 Excel 公式算總數」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→ 不知道要算什麼、資料在哪裡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✗  ✓  清楚，AI 直接產出公式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「A 欄是縣市、B 欄是病例數（B2:B23）。
 在 B24 計算所有縣市的病例總數。
 請提供公式。」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→ AI 能正確產出 =SUM(B2:B23)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資料摘要的常見應用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疫情監測週報摘要（供署長室主管快速掌握）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研究期刊重點提取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長篇報告精華整理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新聞資訊彙整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摘要品質的關鍵：指定讀者 + 明確結構 + 字數限制 + 格式要求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Prompt 範例：疫情週報摘要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請閱讀以下疫情監測週報，並產出摘要。
【摘要需求】
1. 本週重點（50 字以內）
2. 各類傳染病監測數據變化（條列式）
3. 需特別關注的疫情趨勢
4. 建議防疫作為
【目標讀者】署長室主管
【週報內容】
（在此貼上週報內容，請確保已移除敏感個資）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⚠  先確認週報無敏感個資，再貼入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Prompt 範例：期刊文獻重點提取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50749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請分析以下研究文獻，提取關鍵資訊。
【提取項目】
1. 研究目的
2. 研究方法（簡述）
3. 主要發現（條列 3-5 點）
4. 結論與建議
5. 對我國防疫的啟示
【輸出格式】使用條列式，每點不超過 50 字
【文獻內容】
（貼上文獻摘要或全文）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摘要品質的四個關鍵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5394960" cy="24688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指定讀者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不同讀者需要不同深度
署長 vs 承辦人 vs 民眾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94960" cy="24688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08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明確結構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指定要提取哪些項目
不讓 AI 自由發揮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931920"/>
            <a:ext cx="5394960" cy="246888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字數限制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控制摘要長度
如「每點不超過 50 字」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931920"/>
            <a:ext cx="5394960" cy="246888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格式要求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條列式或段落式？
要有標題嗎？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圖表說明文字生成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AI 根據您提供的數據，生成專業的圖表說明文字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圖表說明的要素：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整體趨勢：上升、下降、持平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4553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關鍵數據點：最高、最低、轉折點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673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時間比較：與去年同期、與上週比較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意義解讀：這個趨勢代表什麼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1091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    ⚠  必須提供具體數據，AI 無法憑空創造有意義的說明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Prompt 範例：登革熱病例趨勢圖說明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50749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請為以下統計圖表撰寫說明文字。
【圖表資訊】
  - 主題：2024 年登革熱本土病例週趨勢圖
  - 類型：折線圖｜X 軸：週別（第 1-40 週）｜Y 軸：病例數
【數據摘要】
  - 第 1-20 週：每週 0-5 例，累計 50 例
  - 第 21 週起：病例開始上升
  - 第 30 週：達到高峰，單週 150 例
  - 第 31-40 週：緩慢下降，目前每週約 80 例
【說明需求】趨勢描述 + 關鍵轉折點 + 與去年同期比較（去年 800 例）
字數：100-150 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不同圖表類型的說明重點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圖表類型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說明重點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折線圖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趨勢變化、轉折點、時間比較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長條圖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各項目比較、最高/最低、差異幅度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圓餅圖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佔比分布、最大/最小項目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地圖（熱區圖）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地理分布、熱區位置、區域比較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1：Excel 公式生成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我需要一個 Excel 公式。
【資料結構】
  - A 欄：[說明欄位內容]
  - B 欄：[說明欄位內容]
  - 資料範圍：[如 A2:B100]
【計算需求】
[用白話描述想要的計算]
【範例】
輸入：[範例資料]
預期輸出：[預期結果]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▶  複製 → 填入 [] 內容 → 貼入 AI → 測試公式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2：疫情週報摘要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請摘要以下疫情監測週報。
【摘要需求】
1. 本週重點（50 字內）
2. 各類傳染病數據變化
3. 需關注的趨勢
4. 建議防疫作為
【讀者】[署長室 / 各組主管]
【週報內容】
[貼上週報，確保無敏感個資]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▶  複製 → 填入 [] 內容 → 貼入 AI → 審核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3：圖表說明生成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請為以下圖表撰寫說明。
【圖表資訊】
  - 主題：[圖表標題]
  - 類型：[折線圖 / 長條圖 / 圓餅圖]
  - X 軸：[說明]
  - Y 軸：[說明]
【數據摘要】
[列出關鍵數據點]
【說明需求】描述趨勢 + 指出關鍵點 + 字數 100-150 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▶  複製 → 填入 [] 內容 → 貼入 AI → 審核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食譜 4：文獻重點提取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請分析以下文獻，提取重點。
【提取項目】
1. 研究目的
2. 研究方法
3. 主要發現（3-5 點）
4. 結論與建議
5. 對我國的啟示
【格式】條列式，每點 50 字內
【文獻】
[貼上文獻內容]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▶  複製 → 填入文獻 → 貼入 AI → 審核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F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資安提醒：處理資料前，
確認沒有個人識別資訊或機密數據！
完成測驗後，前往最後一個模組。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7520" y="3749039"/>
            <a:ext cx="6126480" cy="82296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3749039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▶  前往模組 5：進階技巧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疾病管制署  AI 應用基礎班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